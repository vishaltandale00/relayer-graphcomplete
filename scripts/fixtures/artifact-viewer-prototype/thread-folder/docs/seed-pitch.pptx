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690</c:v>
                </c:pt>
                <c:pt idx="2">
                  <c:v>980</c:v>
                </c:pt>
                <c:pt idx="3">
                  <c:v>1240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Tidewater Coffee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Seed pitch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Subscriptions grew 18% this year</a:t>
            </a:r>
          </a:p>
          <a:p>
            <a:r>
              <a:t>Freshness is the #1 churn reason</a:t>
            </a:r>
          </a:p>
          <a:p>
            <a:r>
              <a:t>We ship within 72 hours of roasting</a:t>
            </a:r>
          </a:p>
          <a:p>
            <a:r>
              <a:t>41% of revenue is repeat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Subscribers by quarter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144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£400k seed at £3.2m pre-money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